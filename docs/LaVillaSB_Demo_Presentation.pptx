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83F1"/>
              </a:solidFill>
              <a:effectLst/>
            </c:spPr>
          </c:dPt>
          <c:dPt>
            <c:idx val="1"/>
            <c:bubble3D val="0"/>
            <c:spPr>
              <a:solidFill>
                <a:srgbClr val="132B5E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Vercel ($20)</c:v>
                </c:pt>
                <c:pt idx="1">
                  <c:v>VPS ($40)</c:v>
                </c:pt>
                <c:pt idx="2">
                  <c:v>Domain ($1)</c:v>
                </c:pt>
                <c:pt idx="3">
                  <c:v>Monitoring ($5)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</c:v>
                </c:pt>
                <c:pt idx="1">
                  <c:v>40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32B5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4F83F1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" cy="2560320"/>
          </a:xfrm>
          <a:prstGeom prst="rect">
            <a:avLst/>
          </a:prstGeom>
          <a:solidFill>
            <a:srgbClr val="4F83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400" kern="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VILLA SB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Skateboarding E-Commerce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 | 2026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0116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463040" cy="32004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COMPLETE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828800" cy="1280160"/>
          </a:xfrm>
          <a:prstGeom prst="rect">
            <a:avLst/>
          </a:prstGeom>
          <a:solidFill>
            <a:srgbClr val="050B1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F83F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600200"/>
            <a:ext cx="1828800" cy="1280160"/>
          </a:xfrm>
          <a:prstGeom prst="rect">
            <a:avLst/>
          </a:prstGeom>
          <a:solidFill>
            <a:srgbClr val="050B1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32B5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1,500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600200"/>
            <a:ext cx="1828800" cy="1280160"/>
          </a:xfrm>
          <a:prstGeom prst="rect">
            <a:avLst/>
          </a:prstGeom>
          <a:solidFill>
            <a:srgbClr val="050B1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F83F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600200"/>
            <a:ext cx="1828800" cy="1280160"/>
          </a:xfrm>
          <a:prstGeom prst="rect">
            <a:avLst/>
          </a:prstGeom>
          <a:solidFill>
            <a:srgbClr val="050B1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A7F37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494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e-commerce platform with WhatsApp checkout 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 inventory management, order tracking, product search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 with 13 production-ready containers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notifications integrated (+15715683120 to +573245710972)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554480" cy="10058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48840" y="1097280"/>
            <a:ext cx="1554480" cy="1005840"/>
          </a:xfrm>
          <a:prstGeom prst="rect">
            <a:avLst/>
          </a:prstGeom>
          <a:solidFill>
            <a:srgbClr val="132B5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48840" y="1097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1097280"/>
            <a:ext cx="1554480" cy="1005840"/>
          </a:xfrm>
          <a:prstGeom prst="rect">
            <a:avLst/>
          </a:prstGeom>
          <a:solidFill>
            <a:srgbClr val="4F83F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1097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155448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097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1097280"/>
            <a:ext cx="914400" cy="10058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26680" y="10972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B18"/>
                </a:solidFill>
              </a:rPr>
              <a:t>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B18"/>
                </a:solidFill>
              </a:rPr>
              <a:t>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B18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B18"/>
                </a:solidFill>
              </a:rPr>
              <a:t>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Microservices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44952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0584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(1,500 products)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04495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064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(1,500 records)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3931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(12 orders)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393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507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(Twilio)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5079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20640" y="3977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(Auth)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0292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Infrastructure</a:t>
            </a:r>
            <a:endParaRPr lang="en-US" sz="1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01752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492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- Primary DB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401568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349240" y="3355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- Cache &amp; sessions</a:t>
            </a:r>
            <a:endParaRPr lang="en-US" sz="12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785616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349240" y="37398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 - Product search</a:t>
            </a:r>
            <a:endParaRPr lang="en-US" sz="12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986784"/>
            <a:ext cx="228600" cy="2286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349240" y="3941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- Object storage</a:t>
            </a:r>
            <a:endParaRPr lang="en-US" sz="1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4370832"/>
            <a:ext cx="228600" cy="22860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349240" y="4325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- Message queue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457200"/>
          </a:xfrm>
          <a:prstGeom prst="rect">
            <a:avLst/>
          </a:prstGeom>
          <a:solidFill>
            <a:srgbClr val="4F83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Storefront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products with categories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checkout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(Meilisearch)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mobile-first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order management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749040" cy="457200"/>
          </a:xfrm>
          <a:prstGeom prst="rect">
            <a:avLst/>
          </a:prstGeom>
          <a:solidFill>
            <a:srgbClr val="132B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editing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&amp;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&amp; filtering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 ($480,000 COP)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access control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Next.js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SSR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097280"/>
            <a:ext cx="54864" cy="1005840"/>
          </a:xfrm>
          <a:prstGeom prst="rect">
            <a:avLst/>
          </a:prstGeom>
          <a:solidFill>
            <a:srgbClr val="FF2D20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Laravel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97280"/>
            <a:ext cx="54864" cy="100584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0"/>
            <a:ext cx="1691640" cy="1005840"/>
          </a:xfrm>
          <a:prstGeom prst="rect">
            <a:avLst/>
          </a:prstGeom>
          <a:solidFill>
            <a:srgbClr val="0D172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49440" y="1097280"/>
            <a:ext cx="54864" cy="10058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234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33172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331720"/>
            <a:ext cx="54864" cy="100584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Redis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Queue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233172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2331720"/>
            <a:ext cx="54864" cy="1005840"/>
          </a:xfrm>
          <a:prstGeom prst="rect">
            <a:avLst/>
          </a:prstGeom>
          <a:solidFill>
            <a:srgbClr val="FF5CAA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Meilisearch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2331720"/>
            <a:ext cx="54864" cy="1005840"/>
          </a:xfrm>
          <a:prstGeom prst="rect">
            <a:avLst/>
          </a:prstGeom>
          <a:solidFill>
            <a:srgbClr val="C72C4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MinIO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2331720"/>
            <a:ext cx="1691640" cy="1005840"/>
          </a:xfrm>
          <a:prstGeom prst="rect">
            <a:avLst/>
          </a:prstGeom>
          <a:solidFill>
            <a:srgbClr val="0D1729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949440" y="2331720"/>
            <a:ext cx="54864" cy="10058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RabbitMQ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56616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3566160"/>
            <a:ext cx="54864" cy="100584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Docker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356616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0" y="3566160"/>
            <a:ext cx="54864" cy="1005840"/>
          </a:xfrm>
          <a:prstGeom prst="rect">
            <a:avLst/>
          </a:prstGeom>
          <a:solidFill>
            <a:srgbClr val="F22F46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Twilio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92608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566160"/>
            <a:ext cx="1828800" cy="1005840"/>
          </a:xfrm>
          <a:prstGeom prst="rect">
            <a:avLst/>
          </a:prstGeom>
          <a:solidFill>
            <a:srgbClr val="0D1729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WhatsApp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Channel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3566160"/>
            <a:ext cx="1691640" cy="1005840"/>
          </a:xfrm>
          <a:prstGeom prst="rect">
            <a:avLst/>
          </a:prstGeom>
          <a:solidFill>
            <a:srgbClr val="0D1729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949440" y="3566160"/>
            <a:ext cx="54864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Vercel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323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Current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System Health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containers running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microservices healthy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connected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active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657600" cy="1828800"/>
          </a:xfrm>
          <a:prstGeom prst="rect">
            <a:avLst/>
          </a:prstGeom>
          <a:solidFill>
            <a:srgbClr val="050B1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1188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F83F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$480,000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Revenue (Delivered)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orders processed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Known Gaps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3611880"/>
            <a:ext cx="45720" cy="4572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61188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pending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6118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46320" y="3611880"/>
            <a:ext cx="45720" cy="4572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0" y="361188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templates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206240"/>
            <a:ext cx="45720" cy="4572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20624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not configured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42062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46320" y="4206240"/>
            <a:ext cx="45720" cy="4572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0" y="420624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SSL certificates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Vercel Deployment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3931920" cy="457200"/>
          </a:xfrm>
          <a:prstGeom prst="rect">
            <a:avLst/>
          </a:prstGeom>
          <a:solidFill>
            <a:srgbClr val="050B1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Frontend (Vercel)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Connect GitHub repo to Vercel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framework: Next.js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Environment variables: API_URL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preview on PR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Custom domain + SSL auto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solidFill>
            <a:srgbClr val="132B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3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Backend (VPS/Containers)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2064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Deploy to VPS (Hetzner/DigitalOcean)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Docker Compose up on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Nginx reverse proxy + SSL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Domain: api.lavillaskateboarding.com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Frontend proxies to backend 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Cost &amp; Timeline Estimates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Development Time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645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Development: ~120 hours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polish: ~40 hours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hardening: ~60 hours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3657600" cy="1828800"/>
          </a:xfrm>
          <a:prstGeom prst="rect">
            <a:avLst/>
          </a:prstGeom>
          <a:solidFill>
            <a:srgbClr val="050B1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Monthly Hosting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0" y="1645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Pro: ~$20/month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(4 vCPU): ~$40/month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SSL: ~$15/year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Total Estimated Monthly Cost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361188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83F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Total: ~$66/month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solidFill>
            <a:srgbClr val="4F83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Production Deployment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frontend to Vercel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VPS with Docker Compose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SSL + custom domain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solidFill>
            <a:srgbClr val="132B5E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Payment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Stripe/PayU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payment confirmation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331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33172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4652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0B1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Production Hardening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945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32B5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F83F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Villa SB - Skateboarding E-Commerce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4F83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Production Launch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114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Villa SB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Villa SB - Skateboarding E-Commerce Platform</dc:title>
  <dc:subject>PptxGenJS Presentation</dc:subject>
  <dc:creator>La Villa SB</dc:creator>
  <cp:lastModifiedBy>La Villa SB</cp:lastModifiedBy>
  <cp:revision>1</cp:revision>
  <dcterms:created xsi:type="dcterms:W3CDTF">2026-08-30T12:38:26Z</dcterms:created>
  <dcterms:modified xsi:type="dcterms:W3CDTF">2026-08-30T12:38:26Z</dcterms:modified>
</cp:coreProperties>
</file>